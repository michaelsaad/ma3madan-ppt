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1D2D6F81-2116-4EAF-8289-CE7CF2BA098E}">
          <p14:sldIdLst>
            <p14:sldId id="256"/>
            <p14:sldId id="257"/>
          </p14:sldIdLst>
        </p14:section>
        <p14:section name="Psalm 23" id="{BA0CB7DB-0E6E-4555-BD08-D57BE5261DAD}">
          <p14:sldIdLst>
            <p14:sldId id="258"/>
            <p14:sldId id="259"/>
            <p14:sldId id="260"/>
          </p14:sldIdLst>
        </p14:section>
        <p14:section name="Reading" id="{3AA6D030-5AA8-498D-87D7-07F8DE9F209E}">
          <p14:sldIdLst>
            <p14:sldId id="261"/>
            <p14:sldId id="262"/>
            <p14:sldId id="263"/>
            <p14:sldId id="264"/>
          </p14:sldIdLst>
        </p14:section>
        <p14:section name="Announcements" id="{10FC705F-E71C-4972-BE41-CB3EA7154706}">
          <p14:sldIdLst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F9E66-E273-4AD3-9502-4F0DDD88C752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D34C2-D03A-4F63-BFF9-25AC9B61D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5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Phones on silent, please.
Announcements are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30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Invite the congregation to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96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slowly. Pause after each 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2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Everyone reads the last verse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0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Today's reading: Matthew chapter 3.
Ask who remembers where the Jordan river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78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Verses 13–14. John's humility.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36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Verse 16. The dove: the Holy Spirit.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62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Verse 17. The Theophany: Father, Son and Holy Spirit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2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the new youth meeting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D34C2-D03A-4F63-BFF9-25AC9B61DE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3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266E-B6CC-EFEC-2257-ED3AF8D38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21E0-E38A-6593-FBAE-C056D9CD8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AF10E-3B34-1FE4-BE08-EB79A50B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E67FD-9229-384F-DC13-032CA4AB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41DA-3A97-0222-DA2A-45DB8FC4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78C7-1D70-1925-56D3-16E971F5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7DA9-2E0D-DD35-55BE-AEEB75433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9AD60-950D-8FD9-2B56-072377A8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0C108-BE89-6B44-3E1E-1F1F0F9F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77AB2-8BFF-4B17-D741-8DB3BDB1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2FE8-739A-CE0D-DD7F-B6552ECD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10D90-2A17-265E-27F0-B41EF6EDB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B690-98A8-CF7D-B427-DFDB7B52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C1D8-B3C6-209F-60F9-CDE6C54B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FD8F-D6B1-737F-23C9-B7448C05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1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1D17-435B-CED3-0F8E-0B50B972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49D0-A11F-778D-D247-1232FC181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69D3E-4549-EA10-170B-B516DC900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86C62-AE58-610A-41E3-56E63B89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6ADB-D3BD-DFCF-EC2F-A408C777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97FB1-6A2D-73B1-D93C-A27B7C21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2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884B-B56C-D9E8-26D0-7BE1EC6B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412DB-1EB3-8994-01E3-D2303A314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F34CC-5859-A7A3-62E1-0A2B0CBBC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12C6B-2142-852E-A11D-47D6ABCCE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7D281-BFE9-718E-1910-0BBA3E1CD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34866-003A-30AA-2C3C-E17B6ED09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E4CDB-5CC8-C48E-A7C2-89CFCDA7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A98B2-CD75-DB66-EC67-31BA407D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6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CFBB6-007B-C32B-87D7-F3C059A9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512DE-BB30-D035-9DE6-AC75FD33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E41E7-EA41-626F-CA4A-2D83D064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94B13-133A-EF4E-E808-16C36515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2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93963-495D-81C3-183B-A943A475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1C8CF-EEB8-FDC2-2601-4C794B59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E2551-429A-D66C-B979-F0C1D84F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DE3B7-36FF-A510-BD42-498C3BDC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EDB8-8613-CF58-14FD-D3CD6A621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1FC37-4BEE-1874-64D2-BF569C38B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8437C-181E-02E4-DF76-C5F0C61F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70FB4-F765-B867-FB64-66D0BAF5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D6A0C-521B-96EF-04FA-8F0E2849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9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2308-601D-6D46-5C7A-61F78745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4590D-DA28-F9FF-BC4B-11A02A3FB45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0E097-2C5B-D5EE-B333-D07E3548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07328-B5A5-4052-CB5A-F3256F58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8AFC0-261D-8DFD-BEBA-4DFF7910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D3ACF-EC72-543F-17BC-8715D810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8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F198-1F4C-11C1-DE60-66F1775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F3EB4-98D3-03E9-2F77-229D9A025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93793-6B6F-7974-C535-ACEA7767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529A-EECF-EF83-E308-696B7488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58A2-3E6E-FE6F-D6D3-39C83124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9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20977-EDC2-DB57-A2B4-41A7B62C0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8EE53-D9B9-3720-6DDF-147E16E60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FAF96-3F9F-9206-B4BD-95337F9A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F788-476A-9AA3-68CE-C9DFABF0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E603A-966F-8E45-13C4-339C872C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4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7751C6-7FC4-7FE6-67C0-5C5471A1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7C85E-ACE6-2754-6856-D9098EB9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25C47-0393-72AE-97F8-1DAC52727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5C28A-EBC5-4E32-9056-C6935E1D24D4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67AE4-2E56-2880-3FEB-48780C209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F90D2-7575-2C4C-4C9F-D80059A34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57FE4-3DF6-419E-B472-3D41ED39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5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60E1C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8B7760-B56E-5143-2A93-45673102E318}"/>
              </a:ext>
            </a:extLst>
          </p:cNvPr>
          <p:cNvSpPr/>
          <p:nvPr/>
        </p:nvSpPr>
        <p:spPr>
          <a:xfrm>
            <a:off x="5334000" y="3810000"/>
            <a:ext cx="1041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8F8C7E5-FA24-0130-9820-5B95D559C208}"/>
              </a:ext>
            </a:extLst>
          </p:cNvPr>
          <p:cNvSpPr txBox="1"/>
          <p:nvPr/>
        </p:nvSpPr>
        <p:spPr>
          <a:xfrm>
            <a:off x="889000" y="2159000"/>
            <a:ext cx="1041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Segoe UI Semibold" panose="020B0702040204020203" pitchFamily="34" charset="0"/>
              </a:rPr>
              <a:t>Sunday Service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1167A94-3EE7-9E06-8A52-671795B410F1}"/>
              </a:ext>
            </a:extLst>
          </p:cNvPr>
          <p:cNvSpPr txBox="1"/>
          <p:nvPr/>
        </p:nvSpPr>
        <p:spPr>
          <a:xfrm>
            <a:off x="889000" y="40640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2400">
                <a:solidFill>
                  <a:srgbClr val="C9D9F0"/>
                </a:solidFill>
                <a:latin typeface="Segoe UI" panose="020B0502040204020203" pitchFamily="34" charset="0"/>
              </a:rPr>
              <a:t>Welcome! We're glad you are here.</a:t>
            </a:r>
          </a:p>
        </p:txBody>
      </p:sp>
    </p:spTree>
    <p:extLst>
      <p:ext uri="{BB962C8B-B14F-4D97-AF65-F5344CB8AC3E}">
        <p14:creationId xmlns:p14="http://schemas.microsoft.com/office/powerpoint/2010/main" val="117755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AE7FAE-512C-8CD6-D84C-4F2080A2795A}"/>
              </a:ext>
            </a:extLst>
          </p:cNvPr>
          <p:cNvSpPr/>
          <p:nvPr/>
        </p:nvSpPr>
        <p:spPr>
          <a:xfrm>
            <a:off x="5334000" y="3810000"/>
            <a:ext cx="1041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7E00590-EA9A-62E6-25F3-07A7A63C5629}"/>
              </a:ext>
            </a:extLst>
          </p:cNvPr>
          <p:cNvSpPr txBox="1"/>
          <p:nvPr/>
        </p:nvSpPr>
        <p:spPr>
          <a:xfrm>
            <a:off x="889000" y="2159000"/>
            <a:ext cx="1041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Segoe UI Semibold" panose="020B0702040204020203" pitchFamily="34" charset="0"/>
              </a:rPr>
              <a:t>Opening prayer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D84BC69-8C46-F48D-8D64-6A8B0CD5AFF6}"/>
              </a:ext>
            </a:extLst>
          </p:cNvPr>
          <p:cNvSpPr txBox="1"/>
          <p:nvPr/>
        </p:nvSpPr>
        <p:spPr>
          <a:xfrm>
            <a:off x="889000" y="40640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2400">
                <a:solidFill>
                  <a:srgbClr val="C9D9F0"/>
                </a:solidFill>
                <a:latin typeface="Segoe UI" panose="020B0502040204020203" pitchFamily="34" charset="0"/>
              </a:rPr>
              <a:t>Let us stand and pray together.</a:t>
            </a:r>
          </a:p>
        </p:txBody>
      </p:sp>
    </p:spTree>
    <p:extLst>
      <p:ext uri="{BB962C8B-B14F-4D97-AF65-F5344CB8AC3E}">
        <p14:creationId xmlns:p14="http://schemas.microsoft.com/office/powerpoint/2010/main" val="415674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2B2F04-9325-18D1-2F77-A35F50DFF3A4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BE3EF2-5F29-D481-43E3-C11AC4F46F73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Psalm 23  ·  1–2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F0D4DCD-3EC4-7C64-B886-7306890FD5A8}"/>
              </a:ext>
            </a:extLst>
          </p:cNvPr>
          <p:cNvSpPr txBox="1"/>
          <p:nvPr/>
        </p:nvSpPr>
        <p:spPr>
          <a:xfrm>
            <a:off x="889000" y="2032000"/>
            <a:ext cx="10414000" cy="15132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The LORD is my shepherd; I shall not want.
He maketh me to lie down in green pastures: he leadeth me beside the still waters.</a:t>
            </a:r>
          </a:p>
        </p:txBody>
      </p:sp>
    </p:spTree>
    <p:extLst>
      <p:ext uri="{BB962C8B-B14F-4D97-AF65-F5344CB8AC3E}">
        <p14:creationId xmlns:p14="http://schemas.microsoft.com/office/powerpoint/2010/main" val="2445599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871592-832E-7A53-61AB-EE9C18293950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7C125F5-3F89-FBF9-6749-8882E582C258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Psalm 23  ·  3–4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A73BCE6-5934-C52E-2E67-68FC026376E8}"/>
              </a:ext>
            </a:extLst>
          </p:cNvPr>
          <p:cNvSpPr txBox="1"/>
          <p:nvPr/>
        </p:nvSpPr>
        <p:spPr>
          <a:xfrm>
            <a:off x="889000" y="2032000"/>
            <a:ext cx="10414000" cy="23750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He restoreth my soul: he leadeth me in the paths of righteousness for his name's sake.
Yea, though I walk through the valley of the shadow of death, I will fear no evil: for thou art with me; thy rod and thy staff they comfort me.</a:t>
            </a:r>
          </a:p>
        </p:txBody>
      </p:sp>
    </p:spTree>
    <p:extLst>
      <p:ext uri="{BB962C8B-B14F-4D97-AF65-F5344CB8AC3E}">
        <p14:creationId xmlns:p14="http://schemas.microsoft.com/office/powerpoint/2010/main" val="20563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1A5BED-6539-50F8-93AF-365B989D5F85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D5B925D-6A75-7E62-8EA1-57E40E8781D6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Psalm 23  ·  5–6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BB01D49-78E3-34DE-83A3-3057CA15DBE2}"/>
              </a:ext>
            </a:extLst>
          </p:cNvPr>
          <p:cNvSpPr txBox="1"/>
          <p:nvPr/>
        </p:nvSpPr>
        <p:spPr>
          <a:xfrm>
            <a:off x="889000" y="2032000"/>
            <a:ext cx="10414000" cy="19441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Thou preparest a table before me in the presence of mine enemies: thou anointest my head with oil; my cup runneth over.
Surely goodness and mercy shall follow me all the days of my life: and I will dwell in the house of the LORD for ever.</a:t>
            </a:r>
          </a:p>
        </p:txBody>
      </p:sp>
    </p:spTree>
    <p:extLst>
      <p:ext uri="{BB962C8B-B14F-4D97-AF65-F5344CB8AC3E}">
        <p14:creationId xmlns:p14="http://schemas.microsoft.com/office/powerpoint/2010/main" val="2450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142FDF-B568-DCFB-27E7-18D063CCC929}"/>
              </a:ext>
            </a:extLst>
          </p:cNvPr>
          <p:cNvSpPr/>
          <p:nvPr/>
        </p:nvSpPr>
        <p:spPr>
          <a:xfrm>
            <a:off x="5334000" y="3810000"/>
            <a:ext cx="1041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548129C-8501-2A10-615F-8EDB07AA83EB}"/>
              </a:ext>
            </a:extLst>
          </p:cNvPr>
          <p:cNvSpPr txBox="1"/>
          <p:nvPr/>
        </p:nvSpPr>
        <p:spPr>
          <a:xfrm>
            <a:off x="889000" y="2159000"/>
            <a:ext cx="1041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Segoe UI Semibold" panose="020B0702040204020203" pitchFamily="34" charset="0"/>
              </a:rPr>
              <a:t>The Baptism of the Lord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02285D6-4731-3A5E-42EA-6A529E046313}"/>
              </a:ext>
            </a:extLst>
          </p:cNvPr>
          <p:cNvSpPr txBox="1"/>
          <p:nvPr/>
        </p:nvSpPr>
        <p:spPr>
          <a:xfrm>
            <a:off x="889000" y="40640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2400">
                <a:solidFill>
                  <a:srgbClr val="C9D9F0"/>
                </a:solidFill>
                <a:latin typeface="Segoe UI" panose="020B0502040204020203" pitchFamily="34" charset="0"/>
              </a:rPr>
              <a:t>Matthew 3:13–17</a:t>
            </a:r>
          </a:p>
        </p:txBody>
      </p:sp>
    </p:spTree>
    <p:extLst>
      <p:ext uri="{BB962C8B-B14F-4D97-AF65-F5344CB8AC3E}">
        <p14:creationId xmlns:p14="http://schemas.microsoft.com/office/powerpoint/2010/main" val="240750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5AFA61-81CE-688F-8DC6-82BC419945E9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803AD72-BD0F-5106-40A8-7C47BA521B0C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In the Jordan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4E96B93-5173-3AF4-C650-945BB47AFCCE}"/>
              </a:ext>
            </a:extLst>
          </p:cNvPr>
          <p:cNvSpPr txBox="1"/>
          <p:nvPr/>
        </p:nvSpPr>
        <p:spPr>
          <a:xfrm>
            <a:off x="889000" y="2032000"/>
            <a:ext cx="10414000" cy="19441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Then cometh Jesus from Galilee to Jordan unto John, to be baptized of him.
But John forbad him, saying, I have need to be baptized of thee, and comest thou to me?</a:t>
            </a:r>
          </a:p>
        </p:txBody>
      </p:sp>
    </p:spTree>
    <p:extLst>
      <p:ext uri="{BB962C8B-B14F-4D97-AF65-F5344CB8AC3E}">
        <p14:creationId xmlns:p14="http://schemas.microsoft.com/office/powerpoint/2010/main" val="35748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B594F-A833-6D84-D3CD-F5FDF54AC2DD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BFE0E65-6881-1365-3050-7C643EECD6A0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The heavens were opened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84AF482-1A80-0268-E019-D494F759F30A}"/>
              </a:ext>
            </a:extLst>
          </p:cNvPr>
          <p:cNvSpPr txBox="1"/>
          <p:nvPr/>
        </p:nvSpPr>
        <p:spPr>
          <a:xfrm>
            <a:off x="889000" y="2032000"/>
            <a:ext cx="10414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And Jesus, when he was baptized, went up straightway out of the water: and, lo, the heavens were opened unto him, and he saw the Spirit of God descending like a dove, and lighting upon him.</a:t>
            </a:r>
          </a:p>
        </p:txBody>
      </p:sp>
    </p:spTree>
    <p:extLst>
      <p:ext uri="{BB962C8B-B14F-4D97-AF65-F5344CB8AC3E}">
        <p14:creationId xmlns:p14="http://schemas.microsoft.com/office/powerpoint/2010/main" val="148588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C2D41-2F5A-E50D-A1C0-8C1F8069CC1D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9A14E95-B109-A82C-02E0-C862BBCDA053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This is my beloved Son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FCEB075-1CFD-E278-85A2-B8DAA991F659}"/>
              </a:ext>
            </a:extLst>
          </p:cNvPr>
          <p:cNvSpPr txBox="1"/>
          <p:nvPr/>
        </p:nvSpPr>
        <p:spPr>
          <a:xfrm>
            <a:off x="889000" y="2032000"/>
            <a:ext cx="10414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And lo a voice from heaven, saying, This is my beloved Son, in whom I am well pleased.</a:t>
            </a:r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87357F07-1DC7-6D23-FE2C-DEAD32443D3C}"/>
              </a:ext>
            </a:extLst>
          </p:cNvPr>
          <p:cNvSpPr/>
          <p:nvPr/>
        </p:nvSpPr>
        <p:spPr>
          <a:xfrm>
            <a:off x="889000" y="5461000"/>
            <a:ext cx="3302000" cy="711200"/>
          </a:xfrm>
          <a:prstGeom prst="round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B1A34"/>
                </a:solidFill>
                <a:latin typeface="Segoe UI Semibold" panose="020B0702040204020203" pitchFamily="34" charset="0"/>
              </a:rPr>
              <a:t>Back to the reading</a:t>
            </a:r>
          </a:p>
        </p:txBody>
      </p:sp>
    </p:spTree>
    <p:extLst>
      <p:ext uri="{BB962C8B-B14F-4D97-AF65-F5344CB8AC3E}">
        <p14:creationId xmlns:p14="http://schemas.microsoft.com/office/powerpoint/2010/main" val="417535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A34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DBB1D-C4FF-3487-E242-37D5975151F6}"/>
              </a:ext>
            </a:extLst>
          </p:cNvPr>
          <p:cNvSpPr/>
          <p:nvPr/>
        </p:nvSpPr>
        <p:spPr>
          <a:xfrm>
            <a:off x="889000" y="1625600"/>
            <a:ext cx="152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B3F6186-13BF-EE73-771E-B543155043DB}"/>
              </a:ext>
            </a:extLst>
          </p:cNvPr>
          <p:cNvSpPr txBox="1"/>
          <p:nvPr/>
        </p:nvSpPr>
        <p:spPr>
          <a:xfrm>
            <a:off x="889000" y="635000"/>
            <a:ext cx="10414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>
                <a:solidFill>
                  <a:srgbClr val="FFFFFF"/>
                </a:solidFill>
                <a:latin typeface="Segoe UI Semibold" panose="020B0702040204020203" pitchFamily="34" charset="0"/>
              </a:rPr>
              <a:t>Announcements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07A03B6-9579-D634-8CDA-67242599D73B}"/>
              </a:ext>
            </a:extLst>
          </p:cNvPr>
          <p:cNvSpPr txBox="1"/>
          <p:nvPr/>
        </p:nvSpPr>
        <p:spPr>
          <a:xfrm>
            <a:off x="889000" y="2032000"/>
            <a:ext cx="10414000" cy="16414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C9D9F0"/>
                </a:solidFill>
                <a:latin typeface="Segoe UI" panose="020B0502040204020203" pitchFamily="34" charset="0"/>
              </a:rPr>
              <a:t>Bible study: Wednesday 7 pm
Youth meeting: Friday 6 pm
Visit us online</a:t>
            </a:r>
          </a:p>
        </p:txBody>
      </p:sp>
    </p:spTree>
    <p:extLst>
      <p:ext uri="{BB962C8B-B14F-4D97-AF65-F5344CB8AC3E}">
        <p14:creationId xmlns:p14="http://schemas.microsoft.com/office/powerpoint/2010/main" val="134115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60E1C"/>
            </a:gs>
            <a:gs pos="100000">
              <a:srgbClr val="172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CFA367-9FB0-FA72-DC8F-ECC08C3020C0}"/>
              </a:ext>
            </a:extLst>
          </p:cNvPr>
          <p:cNvSpPr/>
          <p:nvPr/>
        </p:nvSpPr>
        <p:spPr>
          <a:xfrm>
            <a:off x="5334000" y="3810000"/>
            <a:ext cx="10414000" cy="50800"/>
          </a:xfrm>
          <a:prstGeom prst="rect">
            <a:avLst/>
          </a:prstGeom>
          <a:solidFill>
            <a:srgbClr val="F5B8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CB1E4D1-929E-A69F-1A2C-DD465C668AA0}"/>
              </a:ext>
            </a:extLst>
          </p:cNvPr>
          <p:cNvSpPr txBox="1"/>
          <p:nvPr/>
        </p:nvSpPr>
        <p:spPr>
          <a:xfrm>
            <a:off x="889000" y="2159000"/>
            <a:ext cx="1041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Segoe UI Semibold" panose="020B0702040204020203" pitchFamily="34" charset="0"/>
              </a:rPr>
              <a:t>Thank you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7D55009-4580-ACC8-A50C-1AF813C4F728}"/>
              </a:ext>
            </a:extLst>
          </p:cNvPr>
          <p:cNvSpPr txBox="1"/>
          <p:nvPr/>
        </p:nvSpPr>
        <p:spPr>
          <a:xfrm>
            <a:off x="889000" y="40640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2400">
                <a:solidFill>
                  <a:srgbClr val="C9D9F0"/>
                </a:solidFill>
                <a:latin typeface="Segoe UI" panose="020B0502040204020203" pitchFamily="34" charset="0"/>
              </a:rPr>
              <a:t>Go in peace.</a:t>
            </a:r>
          </a:p>
        </p:txBody>
      </p:sp>
    </p:spTree>
    <p:extLst>
      <p:ext uri="{BB962C8B-B14F-4D97-AF65-F5344CB8AC3E}">
        <p14:creationId xmlns:p14="http://schemas.microsoft.com/office/powerpoint/2010/main" val="424071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Custom</PresentationFormat>
  <Paragraphs>41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saad</dc:creator>
  <cp:lastModifiedBy>michael saad</cp:lastModifiedBy>
  <cp:revision>1</cp:revision>
  <dcterms:created xsi:type="dcterms:W3CDTF">2026-10-21T10:04:26Z</dcterms:created>
  <dcterms:modified xsi:type="dcterms:W3CDTF">2026-10-21T10:04:26Z</dcterms:modified>
</cp:coreProperties>
</file>