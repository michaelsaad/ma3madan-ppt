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14EBF6A-C4B1-4DF8-8DED-2D5241848DF7}">
          <p14:sldIdLst>
            <p14:sldId id="256"/>
            <p14:sldId id="257"/>
            <p14:sldId id="258"/>
          </p14:sldIdLst>
        </p14:section>
        <p14:section name="Sermon" id="{6E5E5EB7-9EA6-4A4F-9490-DA8DD880AED9}">
          <p14:sldIdLst>
            <p14:sldId id="259"/>
            <p14:sldId id="260"/>
            <p14:sldId id="261"/>
          </p14:sldIdLst>
        </p14:section>
        <p14:section name="Hymns" id="{AB361F78-34C0-4B02-BC98-5A8B0D99F9E1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708B5-9781-4D87-B880-8B7DD460CB80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69A61C-7E51-480D-83A7-01F53901A9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172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Notes for slide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69A61C-7E51-480D-83A7-01F53901A93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1717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Notes for slide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69A61C-7E51-480D-83A7-01F53901A93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201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Notes for slide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69A61C-7E51-480D-83A7-01F53901A93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8896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Notes for slide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69A61C-7E51-480D-83A7-01F53901A93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313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Notes for slide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69A61C-7E51-480D-83A7-01F53901A93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6964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Notes for slide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69A61C-7E51-480D-83A7-01F53901A93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301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Notes for slide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69A61C-7E51-480D-83A7-01F53901A93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653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78CD0-B01D-3A9C-41A8-57EA1AB6C3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46E41C-4D5E-F24D-8C85-F0374FBAD3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8B5C1F-C004-30F8-754A-2FA6C805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3D181-E109-4E68-D033-878586664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F1EF2-B261-7EA8-C5FA-B617285D3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388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4E419-A937-C703-1F3B-EB6F4B61F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10676-E73C-4396-E802-3FDCD3E8E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690C1-0506-24D0-86F4-01B2BFBC2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11B9DE-C44F-2A7C-F3F2-C5DF7A711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108A14-9376-6F2A-8B46-02B284079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9033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AD3C2-4221-A5A7-778F-E5A5B8C5A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F6BE16-2DB5-6961-BA5C-CF04E0EA7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44DFD7-F4E2-1257-6F71-CDA413EFC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08F6C-2D09-46AC-02C7-DF8E8D7AB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B97F74-DA83-BC72-7233-F567B81FD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252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3AD1-FA21-5E7A-6785-F38121D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9CC31-D9A3-A331-7608-F2DEC678CA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EE937B-96D7-EA27-5ACF-C8A4857A75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C502F6-5DF8-3A6A-0CE4-686C815BE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D277E-D6EC-6E82-68A9-49F96C5A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736754-3ECB-FD23-9A91-D8925BD3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595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512E-CE93-5B37-5C4D-6BF0142EC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595C9-1C0C-6AA3-DD5B-5E128A99C4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505019-9DDF-07F6-3DA9-690A5C6A5D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A372F3-79E0-46E3-80F8-284D9BCB53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03263-44CC-1EAF-E012-900F55CC0C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670A6E-E36D-6D8D-5F66-E338DD17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64417A-1DA2-BBB0-245A-41EC518CE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D7923A-9337-D8E2-8741-A6403E6DB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377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5890A-11C8-326D-A751-6EF765066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624F41-8DD9-0708-06FE-4D00C3360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B692C9-96A0-878C-2880-E9CD1EEA8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0C107A-7936-301A-BD27-51F974500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488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48FDB2-F7C1-9F0D-C04F-30A461A2F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302A42-7010-2842-3F9C-F21444295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53CE3-394C-1E3C-6B9E-5DEAA8F10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197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7A496-7753-C85D-BF4A-D8DD4DF9E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7B6E5-A8C5-7047-92DF-3ECB319324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6C3B67-CBD7-6B32-CF17-C9C7EA411C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AF81FF-F977-6D83-1268-CBEBC2721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BEBBE0-D8A5-87BB-3157-89C51F90C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4D9A4C-D128-5049-D696-32FBCEBD8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465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FCB07-4AE5-7D31-AC36-6E89646AB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2594E8-177E-BABE-F1BA-5FCA9AEE5A7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875790-1960-1651-E671-1B44A4ADE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42B624-B60D-1C74-91B4-E4555194B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849259-421B-9A6B-AA9F-FE11CA414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B121C4-049A-3038-FBE2-CD6A327D8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702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94780-FD18-8679-70C6-F654CBBDE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0B7E0-3CBF-E661-C4BF-1E4DFC31C8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99445-E862-5A31-C312-DC3187229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3F9B96-9DFA-5741-4D52-E64689C7C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92F0C-32B1-8785-1E7D-5E45BDF61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874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831583-FD3B-538A-8864-427657334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F7118E-3C0F-17D5-3D33-B9B707207D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001A3-21B2-1F36-CE20-062AF14A9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7A9E5-76B9-CA76-E65F-DDBF44345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6F2289-413D-99C4-4554-8D53EB850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5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37742-C171-D83C-16C6-B46F741B5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705FC-48E3-9978-342D-E7EACAC82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11F13-FFFA-D50E-C4D4-1BFD70333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CD982-EF68-E2FA-80D6-2B4F202EA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EC9EA-729C-3690-FE01-F43CF3B7B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718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162273-91AE-0598-901B-CB4CB4F74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E7C8A0-2103-DC5A-4892-F2139F99A0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5E4B3-0217-E58C-53DA-1F52908633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DD3D51-C5CB-4127-A8E5-A017D0F1E954}" type="datetimeFigureOut">
              <a:rPr lang="en-US" smtClean="0"/>
              <a:t>21-Oct-26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AB711-8980-E2E3-F834-9D984F984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2034C7-C38F-002D-F192-7BF6DACE67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1E3BCC-0CEF-42DB-943A-D6620B5890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404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2.pptx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4287-6535-7928-3221-B9B74CB66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Slide 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0AAD12-A91C-868B-5320-59B6090670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Body of slide 1</a:t>
            </a:r>
          </a:p>
        </p:txBody>
      </p:sp>
    </p:spTree>
    <p:extLst>
      <p:ext uri="{BB962C8B-B14F-4D97-AF65-F5344CB8AC3E}">
        <p14:creationId xmlns:p14="http://schemas.microsoft.com/office/powerpoint/2010/main" val="1237191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4B10F-8A6B-AB54-35C0-784F10E2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Slide 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06717D-C045-FD38-CA74-66686D1B6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Body of slide 2</a:t>
            </a:r>
          </a:p>
        </p:txBody>
      </p:sp>
      <p:sp>
        <p:nvSpPr>
          <p:cNvPr id="4" name="Rectangle 3">
            <a:hlinkClick r:id="rId3" action="ppaction://hlinksldjump"/>
            <a:extLst>
              <a:ext uri="{FF2B5EF4-FFF2-40B4-BE49-F238E27FC236}">
                <a16:creationId xmlns:a16="http://schemas.microsoft.com/office/drawing/2014/main" id="{0EBE6480-6046-7814-E37D-DCC6FB7D107F}"/>
              </a:ext>
            </a:extLst>
          </p:cNvPr>
          <p:cNvSpPr/>
          <p:nvPr/>
        </p:nvSpPr>
        <p:spPr>
          <a:xfrm>
            <a:off x="7620000" y="4826000"/>
            <a:ext cx="2794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 to 5</a:t>
            </a:r>
          </a:p>
        </p:txBody>
      </p:sp>
      <p:sp>
        <p:nvSpPr>
          <p:cNvPr id="5" name="Rectangle 4">
            <a:hlinkClick r:id="" action="ppaction://hlinkshowjump?jump=lastslide"/>
            <a:extLst>
              <a:ext uri="{FF2B5EF4-FFF2-40B4-BE49-F238E27FC236}">
                <a16:creationId xmlns:a16="http://schemas.microsoft.com/office/drawing/2014/main" id="{E5B4A585-854C-E2B7-91DD-41F891554D12}"/>
              </a:ext>
            </a:extLst>
          </p:cNvPr>
          <p:cNvSpPr/>
          <p:nvPr/>
        </p:nvSpPr>
        <p:spPr>
          <a:xfrm>
            <a:off x="1270000" y="4826000"/>
            <a:ext cx="2794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Last slide</a:t>
            </a:r>
          </a:p>
        </p:txBody>
      </p:sp>
    </p:spTree>
    <p:extLst>
      <p:ext uri="{BB962C8B-B14F-4D97-AF65-F5344CB8AC3E}">
        <p14:creationId xmlns:p14="http://schemas.microsoft.com/office/powerpoint/2010/main" val="795722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6C4B7-7EB3-A35D-E3D8-CD5B3A82B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Slide 3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E0C19-EF2C-6B39-2311-ADB84CCC9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Body of slide 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59D67F-21E5-61D0-3798-934BD912875D}"/>
              </a:ext>
            </a:extLst>
          </p:cNvPr>
          <p:cNvSpPr txBox="1"/>
          <p:nvPr/>
        </p:nvSpPr>
        <p:spPr>
          <a:xfrm>
            <a:off x="1270000" y="5334000"/>
            <a:ext cx="381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/>
              <a:t>appears 2nd</a:t>
            </a:r>
          </a:p>
        </p:txBody>
      </p:sp>
    </p:spTree>
    <p:extLst>
      <p:ext uri="{BB962C8B-B14F-4D97-AF65-F5344CB8AC3E}">
        <p14:creationId xmlns:p14="http://schemas.microsoft.com/office/powerpoint/2010/main" val="3942781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223A4-8137-55DF-25DA-5A1225806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Slide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5F252-C0F7-0215-0CC8-78099FF808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Body of slide 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CDBEA-70AF-BDB3-49BD-AEAFE1AD424E}"/>
              </a:ext>
            </a:extLst>
          </p:cNvPr>
          <p:cNvSpPr txBox="1"/>
          <p:nvPr/>
        </p:nvSpPr>
        <p:spPr>
          <a:xfrm>
            <a:off x="1270000" y="5334000"/>
            <a:ext cx="5080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>
                <a:hlinkClick r:id="rId3"/>
              </a:rPr>
              <a:t>example.com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0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BC49F-29B8-BD31-F842-1715DA28F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Slide 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A2A53-9481-0B7B-CBAB-0C4BCE7B9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Body of slide 5</a:t>
            </a:r>
          </a:p>
        </p:txBody>
      </p:sp>
    </p:spTree>
    <p:extLst>
      <p:ext uri="{BB962C8B-B14F-4D97-AF65-F5344CB8AC3E}">
        <p14:creationId xmlns:p14="http://schemas.microsoft.com/office/powerpoint/2010/main" val="243608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2257D-A32D-474B-C00E-85321A39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Slide 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539C6F-6671-2C77-4287-16F69848C6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Body of slide 6</a:t>
            </a:r>
          </a:p>
        </p:txBody>
      </p:sp>
      <p:sp>
        <p:nvSpPr>
          <p:cNvPr id="4" name="Rectangle 3">
            <a:hlinkClick r:id="rId3"/>
            <a:extLst>
              <a:ext uri="{FF2B5EF4-FFF2-40B4-BE49-F238E27FC236}">
                <a16:creationId xmlns:a16="http://schemas.microsoft.com/office/drawing/2014/main" id="{FB73C170-7154-B339-B947-6880E11F0CF5}"/>
              </a:ext>
            </a:extLst>
          </p:cNvPr>
          <p:cNvSpPr/>
          <p:nvPr/>
        </p:nvSpPr>
        <p:spPr>
          <a:xfrm>
            <a:off x="7620000" y="4826000"/>
            <a:ext cx="2794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Other deck</a:t>
            </a:r>
          </a:p>
        </p:txBody>
      </p:sp>
    </p:spTree>
    <p:extLst>
      <p:ext uri="{BB962C8B-B14F-4D97-AF65-F5344CB8AC3E}">
        <p14:creationId xmlns:p14="http://schemas.microsoft.com/office/powerpoint/2010/main" val="3995088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E46D7-8078-0F8A-8FCF-718930845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Slide 7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5BBCC7-1B62-A132-86D1-807FCC268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Body of slide 7</a:t>
            </a:r>
          </a:p>
        </p:txBody>
      </p:sp>
    </p:spTree>
    <p:extLst>
      <p:ext uri="{BB962C8B-B14F-4D97-AF65-F5344CB8AC3E}">
        <p14:creationId xmlns:p14="http://schemas.microsoft.com/office/powerpoint/2010/main" val="32429006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</Words>
  <Application>Microsoft Office PowerPoint</Application>
  <PresentationFormat>Widescreen</PresentationFormat>
  <Paragraphs>33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saad</dc:creator>
  <cp:lastModifiedBy>michael saad</cp:lastModifiedBy>
  <cp:revision>1</cp:revision>
  <dcterms:created xsi:type="dcterms:W3CDTF">2026-10-21T13:05:12Z</dcterms:created>
  <dcterms:modified xsi:type="dcterms:W3CDTF">2026-10-21T13:05:12Z</dcterms:modified>
</cp:coreProperties>
</file>