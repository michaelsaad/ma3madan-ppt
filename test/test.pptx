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7CF3244-9BA1-457D-BBCB-D5E22E67D1FF}">
          <p14:sldIdLst>
            <p14:sldId id="256"/>
            <p14:sldId id="257"/>
            <p14:sldId id="258"/>
          </p14:sldIdLst>
        </p14:section>
        <p14:section name="Sermon" id="{3CE441EB-9FEB-4186-A333-26F724BE473A}">
          <p14:sldIdLst>
            <p14:sldId id="259"/>
            <p14:sldId id="260"/>
            <p14:sldId id="261"/>
          </p14:sldIdLst>
        </p14:section>
        <p14:section name="Hymns" id="{357274AF-1C76-4214-84B0-F33EA53519B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AD3F5-6DEF-4600-99F4-7FD344AD3BE6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49BE1-1D47-470A-BA87-877381117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4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49BE1-1D47-470A-BA87-8773811174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8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49BE1-1D47-470A-BA87-8773811174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75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49BE1-1D47-470A-BA87-8773811174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3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49BE1-1D47-470A-BA87-8773811174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28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49BE1-1D47-470A-BA87-8773811174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12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49BE1-1D47-470A-BA87-8773811174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3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49BE1-1D47-470A-BA87-8773811174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E3045-8308-6E78-AD23-F0EC44BA9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CE75F-C183-89F7-10F6-399DB74E4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C650E-C50F-54B0-1A25-256AD02D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72F76-6E91-2560-3EC2-3E11D98E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F3043-0985-DA24-8AAA-D3BBAE2D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9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EE9C-CC2A-60CA-D03C-3A3E7F28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A9C7-9D7E-809B-DB1A-85E7796EA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C50E-6EC6-66A3-20BA-0B904071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36B94-B1F4-1218-3CC4-54B746BB3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5212B-DD20-99CC-5030-2F54CEBB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5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F65D-109C-9988-324A-7B89BCC0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A8CB2-0658-E7A7-FA5E-F094C5B3C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38071-B3E0-74C2-77F4-EA6DAFDB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48341-865B-6936-8D42-5F153B35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38B9A-5C00-CD9E-FDFE-870FD458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5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581D-34B3-FBC0-6007-4A586901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1B942-BA0E-E097-AF40-0002E2D81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B22CA-F221-CC01-5915-529512FBE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8E463-5F9C-BE55-AD11-DA31A344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55E80-CF8A-7B54-217E-FD80102C2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FFE1C-7FAB-AF6C-724D-95B9DB2E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6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53E2-075C-100D-ECBE-CCBCDBC4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60E5-BEAD-0F7B-2C32-817994373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2ED84-6018-F0F5-492F-80BF572C8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625864-3AEE-6A90-E134-12E93CCC5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B42E4-9EFC-418D-6DE8-1064F49AD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D7CF9-14D9-6848-0501-7613350C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4215A-9953-244E-512D-487F9B33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CB91F-9032-79D9-B461-08121F02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5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9FCB-D4C8-3C8B-3E38-4EAB1C71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EADB1-00AC-1109-3149-0990BCA7F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F0812-F343-BB2E-42A2-49074D80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A29D3-CB04-9087-BF5B-2BEFA89D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1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E9A758-EBBE-5C67-A5E5-1922ACE3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6DC41D-AA4B-C701-B569-05E5BAA5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859AE-FBAE-85D8-0083-018E7122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5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B336-590C-847B-A770-0DD65FBC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21C7E-333D-6C0D-C946-292A67BD1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E83EF-7B64-03FF-BE37-4ED12AEE1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FBF43-470E-470E-8DAD-6755AB93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EAA56-C664-00AC-B607-C045BDA0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4CF79-48AF-CE87-A7BA-1AAC3D7D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44EE-71FE-10C9-0629-FE4B20E1D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4E806-F371-396E-C40C-70CAD029E7E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ABEDE-EA9E-089C-696A-311F24ACD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6C850-3A71-A43E-558D-DC1257C5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46816-17BA-6035-3032-13E01A98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947D3-CD26-F455-8731-894572C2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0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8281-AB4A-60CF-9B9D-3CEABE1B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E6501-743F-0A63-47E8-7EAA2310A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43242-5E87-C756-5675-0A1B9CA2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8DF17-B258-1E9C-7204-70ECD722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01511-C380-FAF2-E3CA-24AF551B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4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AD869-755F-371F-FEC6-29B23F1C3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95F7C-1554-776A-E8C8-E6130BCE5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5C3C-4190-25D9-585E-507647C7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ED769-2C62-841A-6FCB-BC42D1D4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911B7-1A1D-2409-E4B7-16AC82C4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55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E216-6F72-5A57-68B8-F2570098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75C07-9A75-25B7-4766-960929852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BF7C8-0CB1-C30D-FF11-5649136F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B6863-5D82-8365-C63A-B4FA3FCA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453B4-92FD-3E57-D0F8-0DBE5ACA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0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228CA-6AC1-6B3D-1D0A-E085BA85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4C14B-E28D-2474-FC25-933CA066D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F1D42-9A31-830E-127A-7FAF54108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7BB9B-F59E-4A9E-8FB1-55369D431D5A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27012-5408-EEDF-4CFB-111924016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46A17-C3AD-E7AC-2793-F21E59C70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D01C5-AFAF-4916-9B99-98696E38D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D66C-E4C6-1DF2-60A4-9F6EF6A9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54CB2-BA58-C976-78DC-496C3E26F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1</a:t>
            </a:r>
          </a:p>
        </p:txBody>
      </p:sp>
    </p:spTree>
    <p:extLst>
      <p:ext uri="{BB962C8B-B14F-4D97-AF65-F5344CB8AC3E}">
        <p14:creationId xmlns:p14="http://schemas.microsoft.com/office/powerpoint/2010/main" val="225842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497A-33BC-FBBE-FBBA-B25E9CE9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186CD-02B6-082C-C5A5-1CCCC7559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2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2C946A13-11DE-ED7A-ED12-290A866D1824}"/>
              </a:ext>
            </a:extLst>
          </p:cNvPr>
          <p:cNvSpPr/>
          <p:nvPr/>
        </p:nvSpPr>
        <p:spPr>
          <a:xfrm>
            <a:off x="7620000" y="4826000"/>
            <a:ext cx="2794000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Go to 5</a:t>
            </a:r>
          </a:p>
        </p:txBody>
      </p:sp>
      <p:sp>
        <p:nvSpPr>
          <p:cNvPr id="5" name="Rectangle 4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06B924A9-45E7-B3D2-B900-7035C82A7F2C}"/>
              </a:ext>
            </a:extLst>
          </p:cNvPr>
          <p:cNvSpPr/>
          <p:nvPr/>
        </p:nvSpPr>
        <p:spPr>
          <a:xfrm>
            <a:off x="1270000" y="4826000"/>
            <a:ext cx="2794000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Last slide</a:t>
            </a:r>
          </a:p>
        </p:txBody>
      </p:sp>
    </p:spTree>
    <p:extLst>
      <p:ext uri="{BB962C8B-B14F-4D97-AF65-F5344CB8AC3E}">
        <p14:creationId xmlns:p14="http://schemas.microsoft.com/office/powerpoint/2010/main" val="2891365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BE39-6C85-5E2C-6BFA-7CCAA081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A23AC-D07C-7FEC-4E9C-099F3213C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7D0E4-CACE-891C-A49C-C39505FFBAEB}"/>
              </a:ext>
            </a:extLst>
          </p:cNvPr>
          <p:cNvSpPr txBox="1"/>
          <p:nvPr/>
        </p:nvSpPr>
        <p:spPr>
          <a:xfrm>
            <a:off x="1270000" y="5334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appears 2nd</a:t>
            </a:r>
          </a:p>
        </p:txBody>
      </p:sp>
    </p:spTree>
    <p:extLst>
      <p:ext uri="{BB962C8B-B14F-4D97-AF65-F5344CB8AC3E}">
        <p14:creationId xmlns:p14="http://schemas.microsoft.com/office/powerpoint/2010/main" val="25952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D1FD-74D4-7EA6-4A95-4CF630A4C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DD9A3-36CC-707C-AE81-B47C96D08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00262-F99B-6907-72D0-866F6D25629A}"/>
              </a:ext>
            </a:extLst>
          </p:cNvPr>
          <p:cNvSpPr txBox="1"/>
          <p:nvPr/>
        </p:nvSpPr>
        <p:spPr>
          <a:xfrm>
            <a:off x="1270000" y="5334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hlinkClick r:id="rId3"/>
              </a:rPr>
              <a:t>example.com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37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C76E-5F2E-D5F6-6EBC-5EC679FD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C0215-6140-2EE6-EE26-78AF7511A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5</a:t>
            </a:r>
          </a:p>
        </p:txBody>
      </p:sp>
    </p:spTree>
    <p:extLst>
      <p:ext uri="{BB962C8B-B14F-4D97-AF65-F5344CB8AC3E}">
        <p14:creationId xmlns:p14="http://schemas.microsoft.com/office/powerpoint/2010/main" val="94055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3E4A-2017-11AA-7269-0D1C22D4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58A64-F517-277B-E983-51E8EABE9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6</a:t>
            </a:r>
          </a:p>
        </p:txBody>
      </p:sp>
    </p:spTree>
    <p:extLst>
      <p:ext uri="{BB962C8B-B14F-4D97-AF65-F5344CB8AC3E}">
        <p14:creationId xmlns:p14="http://schemas.microsoft.com/office/powerpoint/2010/main" val="726886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9AD6-168E-E124-B17D-3046ED6E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D2218-A919-1200-4383-D8E4B0A16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7</a:t>
            </a:r>
          </a:p>
        </p:txBody>
      </p:sp>
    </p:spTree>
    <p:extLst>
      <p:ext uri="{BB962C8B-B14F-4D97-AF65-F5344CB8AC3E}">
        <p14:creationId xmlns:p14="http://schemas.microsoft.com/office/powerpoint/2010/main" val="3562804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saad</dc:creator>
  <cp:lastModifiedBy>michael saad</cp:lastModifiedBy>
  <cp:revision>2</cp:revision>
  <dcterms:created xsi:type="dcterms:W3CDTF">2026-10-21T09:03:38Z</dcterms:created>
  <dcterms:modified xsi:type="dcterms:W3CDTF">2026-10-21T09:08:06Z</dcterms:modified>
</cp:coreProperties>
</file>