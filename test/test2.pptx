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nked" id="{3A6DC837-83CF-461B-8FD8-BB6F01FC5EE9}">
          <p14:sldIdLst>
            <p14:sldId id="256"/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5FA80-33BE-4D02-B3B3-A67208639981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F31F2-F588-4099-874B-ABAECB80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0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F31F2-F588-4099-874B-ABAECB80AA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2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F31F2-F588-4099-874B-ABAECB80AA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72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F31F2-F588-4099-874B-ABAECB80AA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97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7BCF-F5BF-55A8-0A4C-054A397C5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176D2-F58A-C2D9-5787-18593EF58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5C3FC-74FC-786A-DA35-C164FBE2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B7C84-789C-46EC-E9A5-60CA866C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C6A5-325D-2596-45E4-5C1E6A26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7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CB3B-4256-FF9A-F7AE-1B9BAA15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0A10-425D-C66C-1A35-D32519CFA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1D58F-4060-5E8E-5FEE-9199D8D3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5B55F-4D20-5052-F5D5-23DC66C1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A1265-34B5-B2DD-B218-DA9A5E91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3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EC9D-6FFC-3A78-DF17-735E9656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99D73-BA53-0E6E-E0B1-CA41CCDB7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AF7F0-0BCB-BFFD-1440-C3B8A68A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BD5FC-A349-5CC5-1DE2-A0F1A5BC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3D438-30B8-1C2C-411A-26A5DC56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3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0878-D0B6-9261-FF75-D84D7008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71D5-2425-8B75-46B7-1B0DDE561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555D2-F0FC-82E9-352A-FBF3237AB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B013A-BB37-851E-3B09-71920DBF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F302-DA18-541E-7C94-BB768642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83A55-936E-8264-8C92-7F4CD893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2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45F4-CA5C-087C-4010-2E27684E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77EFA-FA6B-847B-0268-F0B72976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19AA3-9BBE-ECF1-4E71-74A6DFDE9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4C1DA-0C29-51F0-7DD6-75BC7AAF3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99275-C51B-A941-4B4A-5855AD953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606F7-23B9-AF0A-002B-62ECC070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ECBC0-9EBB-70FE-50F4-43C4D893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13252-2B94-945E-C89B-4F2DE3F3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2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27F3-E961-D1A4-3C31-D3B1EF5A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A73D1-F18B-C2E7-69BB-0EDA8333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9D054-CE91-6E9B-4524-A23180CF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344F3-E331-75A9-1AB5-D8665D6A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A9A97-666A-E13E-B050-2D96C434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BB968-2318-EC3B-9E03-0C316A33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E8D1F-5F92-92B6-8D2E-D1EC7907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0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9545-E7BF-26C8-96CA-D3EC5966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BAF5-EFB8-6902-CD82-D334F18EE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A7BDF-5F6F-DCEF-DF9E-22329CC4E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2CD4-3F91-9755-78A4-50A09D83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73B9B-CAC2-2254-C5C8-1AE3F18E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6C634-6284-ECD9-EB4A-254E87AC0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2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9F4D-7F06-C53A-3C7B-025DA9B3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E94180-B1D6-B5A2-0484-6F4DA99D48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F58E2-604C-6CBF-0528-31AC916E6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30CC2-0FA4-944A-330B-FDBDD3D2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9EDCE-FD8E-FCC4-C311-98D15754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CDA3C-7091-9930-69F0-4943E7D3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3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C6F1-EEE5-F395-D0F6-1A591C40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B6321-5C8D-8637-9C31-B6EF3C12B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2BE8-458D-3DB9-06F4-FACDC8F4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A8116-4127-72B4-2153-5524F742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03435-5EFE-9BB5-2FF2-2382EC15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1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6D8F5-75DF-0CDB-A6B1-44513BD42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ED23D-5C55-F160-B7CC-C985D07A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77262-5441-368C-0A2B-0CE13056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FA5A5-F723-E116-AD7E-AD856A59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2AADE-3631-FDD6-5F48-C2D7945C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69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D921-DBBA-D7B5-F48E-A0FDC075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8987-DFEF-D9EB-8261-6E0CFD8F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05867-51D2-AA4E-A13F-4DEF0F9AB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35C55-1901-8432-9673-57BD4CE3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27112-FADF-E7F8-442D-9B1A1B5B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09964-41DD-418F-728C-A816C4AD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8F659-2FAF-B95A-A2B5-8E77E94AB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9A3D-0DF5-A46D-CD61-0B2AF271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29918-E281-45D8-BC43-C3FC45333CC9}" type="datetimeFigureOut">
              <a:rPr lang="en-US" smtClean="0"/>
              <a:t>21-Oct-26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59CE7-AD82-7C7F-BA65-8DA539B62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07C5-7BA6-F4A1-CD31-81525DC47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C3585-6BF1-4904-841E-38EAD247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5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6768-9C64-2AC3-5287-C79F323D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BA23F-EAB8-B4C8-3299-13CEA01EC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1</a:t>
            </a:r>
          </a:p>
        </p:txBody>
      </p:sp>
    </p:spTree>
    <p:extLst>
      <p:ext uri="{BB962C8B-B14F-4D97-AF65-F5344CB8AC3E}">
        <p14:creationId xmlns:p14="http://schemas.microsoft.com/office/powerpoint/2010/main" val="22044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354F-549E-39C6-3915-E407AF81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7BFA4-C254-52C8-76E4-4FABA3C1D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2</a:t>
            </a:r>
          </a:p>
        </p:txBody>
      </p:sp>
    </p:spTree>
    <p:extLst>
      <p:ext uri="{BB962C8B-B14F-4D97-AF65-F5344CB8AC3E}">
        <p14:creationId xmlns:p14="http://schemas.microsoft.com/office/powerpoint/2010/main" val="51771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05D9-8996-514C-F3C8-3905F6BA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46D9-B93C-0CBE-1090-8DFD83CBE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3</a:t>
            </a:r>
          </a:p>
        </p:txBody>
      </p:sp>
    </p:spTree>
    <p:extLst>
      <p:ext uri="{BB962C8B-B14F-4D97-AF65-F5344CB8AC3E}">
        <p14:creationId xmlns:p14="http://schemas.microsoft.com/office/powerpoint/2010/main" val="414395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Other 1</vt:lpstr>
      <vt:lpstr>Other 2</vt:lpstr>
      <vt:lpstr>Other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saad</dc:creator>
  <cp:lastModifiedBy>michael saad</cp:lastModifiedBy>
  <cp:revision>1</cp:revision>
  <dcterms:created xsi:type="dcterms:W3CDTF">2026-10-21T13:05:11Z</dcterms:created>
  <dcterms:modified xsi:type="dcterms:W3CDTF">2026-10-21T13:05:11Z</dcterms:modified>
</cp:coreProperties>
</file>